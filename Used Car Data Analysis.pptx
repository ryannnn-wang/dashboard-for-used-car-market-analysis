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7BD22BC-80CA-491A-BFBE-927D0066866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Used Car Data 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7149560-76E4-440D-8F9F-35B02C757F4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2/6/25 10:16:31 PM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e of content" id="2" name="slide2">
            <a:extLst>
              <a:ext uri="{FF2B5EF4-FFF2-40B4-BE49-F238E27FC236}">
                <a16:creationId xmlns:a16="http://schemas.microsoft.com/office/drawing/2014/main" id="{68A2D2BE-8DC5-4280-8F94-A15D05D06C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ctors" id="3" name="slide3">
            <a:extLst>
              <a:ext uri="{FF2B5EF4-FFF2-40B4-BE49-F238E27FC236}">
                <a16:creationId xmlns:a16="http://schemas.microsoft.com/office/drawing/2014/main" id="{B589DCCF-0EF2-4CC1-941B-E69068CE6F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ear/odometer price" id="4" name="slide4">
            <a:extLst>
              <a:ext uri="{FF2B5EF4-FFF2-40B4-BE49-F238E27FC236}">
                <a16:creationId xmlns:a16="http://schemas.microsoft.com/office/drawing/2014/main" id="{1B8F0FAA-1781-4F5D-8AE2-D44B661064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ears Used vs odometer" id="5" name="slide5">
            <a:extLst>
              <a:ext uri="{FF2B5EF4-FFF2-40B4-BE49-F238E27FC236}">
                <a16:creationId xmlns:a16="http://schemas.microsoft.com/office/drawing/2014/main" id="{F96AADDC-0CF9-4240-AF01-97B46B88DE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diction/odometer" id="6" name="slide6">
            <a:extLst>
              <a:ext uri="{FF2B5EF4-FFF2-40B4-BE49-F238E27FC236}">
                <a16:creationId xmlns:a16="http://schemas.microsoft.com/office/drawing/2014/main" id="{6937BA7C-D559-435F-BE40-AFF82E3B07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/Weekday/Region" id="7" name="slide7">
            <a:extLst>
              <a:ext uri="{FF2B5EF4-FFF2-40B4-BE49-F238E27FC236}">
                <a16:creationId xmlns:a16="http://schemas.microsoft.com/office/drawing/2014/main" id="{6E159D54-8F0D-413F-AC34-184A0F51E7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scatter chart" id="8" name="slide8">
            <a:extLst>
              <a:ext uri="{FF2B5EF4-FFF2-40B4-BE49-F238E27FC236}">
                <a16:creationId xmlns:a16="http://schemas.microsoft.com/office/drawing/2014/main" id="{793D1774-D994-4810-9352-53FA94B569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v.s Maker" id="9" name="slide9">
            <a:extLst>
              <a:ext uri="{FF2B5EF4-FFF2-40B4-BE49-F238E27FC236}">
                <a16:creationId xmlns:a16="http://schemas.microsoft.com/office/drawing/2014/main" id="{7525163E-D355-46D0-B1C1-8A882764B2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ser criteria" id="10" name="slide10">
            <a:extLst>
              <a:ext uri="{FF2B5EF4-FFF2-40B4-BE49-F238E27FC236}">
                <a16:creationId xmlns:a16="http://schemas.microsoft.com/office/drawing/2014/main" id="{A3AF5604-D53E-4BA7-9B54-C860ED806EC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commendation" id="11" name="slide11">
            <a:extLst>
              <a:ext uri="{FF2B5EF4-FFF2-40B4-BE49-F238E27FC236}">
                <a16:creationId xmlns:a16="http://schemas.microsoft.com/office/drawing/2014/main" id="{66DC8333-FBDB-4180-A4B2-91AFC12ED74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mmary" id="12" name="slide12">
            <a:extLst>
              <a:ext uri="{FF2B5EF4-FFF2-40B4-BE49-F238E27FC236}">
                <a16:creationId xmlns:a16="http://schemas.microsoft.com/office/drawing/2014/main" id="{CF9166F6-09B1-4FEE-98FF-EC8B494FAE2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2025-02-07T03:16:32Z</dcterms:created>
  <dcterms:modified xsi:type="dcterms:W3CDTF">2025-02-07T03:16:32Z</dcterms:modified>
</cp:coreProperties>
</file>